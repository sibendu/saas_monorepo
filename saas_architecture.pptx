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SaaS Backend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Polyglot Backend Strategy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Architecture Approaches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API Gateway + Domain 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 routing to specialized backend services (Spring Boot for core, Node.js for real-time, Python for analytics)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2: Backend-for-Frontend (BFF) Pattern 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Node.js/TypeScript layer aggregates backend calls, shares types with Next.js. Recommended starting point with best balance.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3: Modular Monolith + Async Workers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main API (Spring Boot or Node.js) with async workers for specialized tasks. Simplest to start, extract services later.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by Domain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TypeScript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WebSockets, notifications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CRUD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processing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integrations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 with 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/ 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business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Transaction-heavy ops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processing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concurrency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type safety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analytics, reporting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/ 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jobs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computing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Backend-for-Frontend (BFF)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1645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BFF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(Node.js/TS)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1280160"/>
            <a:ext cx="1463040" cy="457200"/>
          </a:xfrm>
          <a:prstGeom prst="rect">
            <a:avLst/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Core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(Spring Boot)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783080"/>
            <a:ext cx="1463040" cy="457200"/>
          </a:xfrm>
          <a:prstGeom prst="rect">
            <a:avLst/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(Node.js)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286000"/>
            <a:ext cx="1463040" cy="457200"/>
          </a:xfrm>
          <a:prstGeom prst="rect">
            <a:avLst/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(Python)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 end-to-end with Next.js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multiple backend calls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frontend complexity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polyglot backend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Components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Queue (Kafka, RabbitMQ, SQS)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for caching &amp; sessions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per service or shared schema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authentication (JWT)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Deployment: Two Approaches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Next.js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Pattern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deployment artifact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dev setup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infrastructure overhead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early stage &amp; smaller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scales with frontend, frontend deploys affect API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Node.js App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scaling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deployments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concerns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multiple clients (web + mobile)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optimize each differently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977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infrastructure, CORS config, additional deployment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Embedded BFF (Simpler)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Next.js (with session) → API Routes → Backend 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Benefits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authentication layer - Use Next Auth, Clerk, or similar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management between Next.js and BFF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credentials never exposed to browser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Same-origin by default - No CORS complexity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trusts Next.js via API keys or private network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Separate BFF (More Complex)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security boundaries: Browser → Next.js AND Next.js → BFF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in Private Network (Best)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not publicly accessible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API keys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CORS issues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context in custom headers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9718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Token Exchange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Standards-based approach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exchanges session for BFF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but enterprise-ready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client types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8745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Option 2: BFF Pattern (Embedded in Next.js)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8803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Node.js/TypeScript BFF + Spring Boot core + Python analytics when needed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520440"/>
            <a:ext cx="7315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657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to separate BFF later when scaling demands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Velocity + Simplicity + Type Safety + Easy Migration Path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SaaS Backend Architecture</dc:title>
  <dc:subject>PptxGenJS Presentation</dc:subject>
  <dc:creator>Architecture Discussion</dc:creator>
  <cp:lastModifiedBy>Architecture Discussion</cp:lastModifiedBy>
  <cp:revision>1</cp:revision>
  <dcterms:created xsi:type="dcterms:W3CDTF">2026-02-07T16:04:39Z</dcterms:created>
  <dcterms:modified xsi:type="dcterms:W3CDTF">2026-02-07T16:04:39Z</dcterms:modified>
</cp:coreProperties>
</file>